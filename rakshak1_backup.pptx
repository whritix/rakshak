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1bf9b38b-adfa-48e5-1911-8fbd89df699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Rakshak 2.0  |  Team BotS  |  KLETECH Hackfest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Project Overview &amp; Problem Statement</a:t>
            </a:r>
            <a:endParaRPr lang="en-US" dirty="0"/>
          </a:p>
        </p:txBody>
      </p:sp>
      <p:sp>
        <p:nvSpPr>
          <p:cNvPr id="4" name="info card"/>
          <p:cNvSpPr/>
          <p:nvPr/>
        </p:nvSpPr>
        <p:spPr>
          <a:xfrm>
            <a:off x="457200" y="1051560"/>
            <a:ext cx="3657600" cy="3657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347472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PROJECT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Rakshak 2.0: Sovereign Tactical Watch &amp; Threat Intelligence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TEAM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Team BotS, KLS Gogte Institute of Technology, Belagavi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MEMBERS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Aditya Bajantri, Gagan Bongale, Utsav Nanapur, Misbah Falak, Shalina Maniyar, Niyati Gogri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DOMAIN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Domain 1: Defense, Aerospace, Navy, Government, Sovereign AI. Problem 1A: Naval / Army Geospatial &amp; Multimodal Threat Detection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TARGET USERS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Naval watch officers, Army FOB analysts, maritime patrol aircrews, edge maintainers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005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2000" dirty="0"/>
          </a:p>
        </p:txBody>
      </p:sp>
      <p:sp>
        <p:nvSpPr>
          <p:cNvPr id="7" name="problem card"/>
          <p:cNvSpPr/>
          <p:nvPr/>
        </p:nvSpPr>
        <p:spPr>
          <a:xfrm>
            <a:off x="4389120" y="146304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8" name="num"/>
          <p:cNvSpPr txBox="1"/>
          <p:nvPr/>
        </p:nvSpPr>
        <p:spPr>
          <a:xfrm>
            <a:off x="4480560" y="16276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49961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Dark vessels: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AIS switched off or spoofed; optical satellites blind in cloud and at night.</a:t>
            </a:r>
            <a:endParaRPr lang="en-US" sz="1300" dirty="0"/>
          </a:p>
        </p:txBody>
      </p:sp>
      <p:sp>
        <p:nvSpPr>
          <p:cNvPr id="10" name="problem card"/>
          <p:cNvSpPr/>
          <p:nvPr/>
        </p:nvSpPr>
        <p:spPr>
          <a:xfrm>
            <a:off x="4389120" y="228600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1" name="num"/>
          <p:cNvSpPr txBox="1"/>
          <p:nvPr/>
        </p:nvSpPr>
        <p:spPr>
          <a:xfrm>
            <a:off x="4480560" y="24505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32257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 overload: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Analysts spend 35+ minutes screening each satellite scene.</a:t>
            </a:r>
            <a:endParaRPr lang="en-US" sz="1300" dirty="0"/>
          </a:p>
        </p:txBody>
      </p:sp>
      <p:sp>
        <p:nvSpPr>
          <p:cNvPr id="13" name="problem card"/>
          <p:cNvSpPr/>
          <p:nvPr/>
        </p:nvSpPr>
        <p:spPr>
          <a:xfrm>
            <a:off x="4389120" y="310896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4" name="num"/>
          <p:cNvSpPr txBox="1"/>
          <p:nvPr/>
        </p:nvSpPr>
        <p:spPr>
          <a:xfrm>
            <a:off x="4480560" y="32735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14553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False alarms: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Generic AI mistakes road lines and shadows for vehicles.</a:t>
            </a:r>
            <a:endParaRPr lang="en-US" sz="1300" dirty="0"/>
          </a:p>
        </p:txBody>
      </p:sp>
      <p:sp>
        <p:nvSpPr>
          <p:cNvPr id="16" name="problem card"/>
          <p:cNvSpPr/>
          <p:nvPr/>
        </p:nvSpPr>
        <p:spPr>
          <a:xfrm>
            <a:off x="4389120" y="3931920"/>
            <a:ext cx="4297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7" name="num"/>
          <p:cNvSpPr txBox="1"/>
          <p:nvPr/>
        </p:nvSpPr>
        <p:spPr>
          <a:xfrm>
            <a:off x="4480560" y="40965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968496"/>
            <a:ext cx="3611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Cloud AI is off-limits: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Air-gapped sovereign networks; jamming breaks uplinks.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Proposed Solution &amp; Objectives</a:t>
            </a:r>
            <a:endParaRPr lang="en-US" dirty="0"/>
          </a:p>
        </p:txBody>
      </p:sp>
      <p:sp>
        <p:nvSpPr>
          <p:cNvPr id="4" name="banner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Turns satellite, radar, drone and ground-sensor data into decisions in under 2 seconds, on limited shipboard hardware and a tight budget.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57200" y="17830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4688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All-weather detection (optical + SAR)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Flag dark vessels via AIS cross-check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Explainable 0-100 threat 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Offline doctrine and RoE advice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46120" y="17830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240280"/>
            <a:ext cx="24688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Dual YOLO11 vision ensemble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Sentinel-1 CA-CFAR radar engine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Spatial-grid threat scoring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Offline RAG advisor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 SITREP + C2 map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35040" y="17830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Intended benefits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 &gt; 2 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scene-to-decision time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 ms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offline RoE advisory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840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 or API calls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Innovation &amp; Existing Alternatives</a:t>
            </a: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Existing approach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How Rakshak differs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Optical-only satellite AI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Blind in cloud, fog and night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Adds Sentinel-1 SAR radar for all-weather detection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AIS-only tracking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Dark ships switch it off or spoof it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SAR contacts with no local AIS match are flagged as dark vessels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Generic YOLO on overhead imagery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Road lines and shadows become false vehicles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Overlap tiling, 2-model ensemble, WBF and size filters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 LLM advisors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allowed on air-gapped networks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Offline BM25 doctrine search with RoE check in &lt;40 ms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difference strip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3886200"/>
            <a:ext cx="79552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makes it different: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one offline pipeline fusing optical, SAR, AIS and doctrine into an explainable 0-100 threat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System Architecture &amp; Workflow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87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INPUTS (LOCAL)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987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FASTAPI ENGINES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987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THREAT CORE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OUTPUTS (REACT C2 HUD)</a:t>
            </a:r>
            <a:endParaRPr lang="en-US" sz="1100" dirty="0"/>
          </a:p>
        </p:txBody>
      </p:sp>
      <p:sp>
        <p:nvSpPr>
          <p:cNvPr id="8" name="node"/>
          <p:cNvSpPr/>
          <p:nvPr/>
        </p:nvSpPr>
        <p:spPr>
          <a:xfrm>
            <a:off x="365760" y="128016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Optical GeoTIFF / UAV</a:t>
            </a:r>
            <a:endParaRPr lang="en-US" sz="1100" dirty="0"/>
          </a:p>
        </p:txBody>
      </p:sp>
      <p:sp>
        <p:nvSpPr>
          <p:cNvPr id="10" name="node"/>
          <p:cNvSpPr/>
          <p:nvPr/>
        </p:nvSpPr>
        <p:spPr>
          <a:xfrm>
            <a:off x="365760" y="182880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Sentinel-1 SAR radar</a:t>
            </a:r>
            <a:endParaRPr lang="en-US" sz="1100" dirty="0"/>
          </a:p>
        </p:txBody>
      </p:sp>
      <p:sp>
        <p:nvSpPr>
          <p:cNvPr id="12" name="node"/>
          <p:cNvSpPr/>
          <p:nvPr/>
        </p:nvSpPr>
        <p:spPr>
          <a:xfrm>
            <a:off x="365760" y="237744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Local AIS feed</a:t>
            </a:r>
            <a:endParaRPr lang="en-US" sz="1100" dirty="0"/>
          </a:p>
        </p:txBody>
      </p:sp>
      <p:sp>
        <p:nvSpPr>
          <p:cNvPr id="14" name="node"/>
          <p:cNvSpPr/>
          <p:nvPr/>
        </p:nvSpPr>
        <p:spPr>
          <a:xfrm>
            <a:off x="365760" y="2926080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576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Ground sensors + SIGINT</a:t>
            </a:r>
            <a:endParaRPr lang="en-US" sz="1100" dirty="0"/>
          </a:p>
        </p:txBody>
      </p:sp>
      <p:sp>
        <p:nvSpPr>
          <p:cNvPr id="16" name="node"/>
          <p:cNvSpPr/>
          <p:nvPr/>
        </p:nvSpPr>
        <p:spPr>
          <a:xfrm>
            <a:off x="2468880" y="128016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68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Vision: tiling + YOLO11 x2 + WBF</a:t>
            </a:r>
            <a:endParaRPr lang="en-US" sz="1100" dirty="0"/>
          </a:p>
        </p:txBody>
      </p:sp>
      <p:sp>
        <p:nvSpPr>
          <p:cNvPr id="18" name="node"/>
          <p:cNvSpPr/>
          <p:nvPr/>
        </p:nvSpPr>
        <p:spPr>
          <a:xfrm>
            <a:off x="2468880" y="210312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6888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SAR: CA-CFAR + AIS match</a:t>
            </a:r>
            <a:endParaRPr lang="en-US" sz="1100" dirty="0"/>
          </a:p>
        </p:txBody>
      </p:sp>
      <p:sp>
        <p:nvSpPr>
          <p:cNvPr id="20" name="node"/>
          <p:cNvSpPr/>
          <p:nvPr/>
        </p:nvSpPr>
        <p:spPr>
          <a:xfrm>
            <a:off x="2468880" y="292608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688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Rasterio WGS-84 georeferencing</a:t>
            </a:r>
            <a:endParaRPr lang="en-US" sz="1100" dirty="0"/>
          </a:p>
        </p:txBody>
      </p:sp>
      <p:sp>
        <p:nvSpPr>
          <p:cNvPr id="22" name="node"/>
          <p:cNvSpPr/>
          <p:nvPr/>
        </p:nvSpPr>
        <p:spPr>
          <a:xfrm>
            <a:off x="475488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54880" y="141732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O(N) grid threat scoring (0-100)</a:t>
            </a:r>
            <a:endParaRPr lang="en-US" sz="1100" dirty="0"/>
          </a:p>
        </p:txBody>
      </p:sp>
      <p:sp>
        <p:nvSpPr>
          <p:cNvPr id="24" name="node"/>
          <p:cNvSpPr/>
          <p:nvPr/>
        </p:nvSpPr>
        <p:spPr>
          <a:xfrm>
            <a:off x="4754880" y="2651760"/>
            <a:ext cx="16459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651760"/>
            <a:ext cx="16459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SQLite (WAL) store</a:t>
            </a:r>
            <a:endParaRPr lang="en-US" sz="1100" dirty="0"/>
          </a:p>
        </p:txBody>
      </p:sp>
      <p:sp>
        <p:nvSpPr>
          <p:cNvPr id="26" name="node"/>
          <p:cNvSpPr/>
          <p:nvPr/>
        </p:nvSpPr>
        <p:spPr>
          <a:xfrm>
            <a:off x="6766560" y="128016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 map + threat feed</a:t>
            </a:r>
            <a:endParaRPr lang="en-US" sz="1100" dirty="0"/>
          </a:p>
        </p:txBody>
      </p:sp>
      <p:sp>
        <p:nvSpPr>
          <p:cNvPr id="28" name="node"/>
          <p:cNvSpPr/>
          <p:nvPr/>
        </p:nvSpPr>
        <p:spPr>
          <a:xfrm>
            <a:off x="6766560" y="182880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Offline RAG: BLUF + RoE</a:t>
            </a:r>
            <a:endParaRPr lang="en-US" sz="1100" dirty="0"/>
          </a:p>
        </p:txBody>
      </p:sp>
      <p:sp>
        <p:nvSpPr>
          <p:cNvPr id="30" name="node"/>
          <p:cNvSpPr/>
          <p:nvPr/>
        </p:nvSpPr>
        <p:spPr>
          <a:xfrm>
            <a:off x="6766560" y="237744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STANAG SITREP export</a:t>
            </a:r>
            <a:endParaRPr lang="en-US" sz="1100" dirty="0"/>
          </a:p>
        </p:txBody>
      </p:sp>
      <p:sp>
        <p:nvSpPr>
          <p:cNvPr id="32" name="node"/>
          <p:cNvSpPr/>
          <p:nvPr/>
        </p:nvSpPr>
        <p:spPr>
          <a:xfrm>
            <a:off x="6766560" y="292608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Track prediction (CEP)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4884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3484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4652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48840" y="237744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6576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USER WORKFLOW</a:t>
            </a:r>
            <a:endParaRPr lang="en-US" sz="1100" dirty="0"/>
          </a:p>
        </p:txBody>
      </p:sp>
      <p:sp>
        <p:nvSpPr>
          <p:cNvPr id="39" name="step"/>
          <p:cNvSpPr txBox="1"/>
          <p:nvPr/>
        </p:nvSpPr>
        <p:spPr>
          <a:xfrm>
            <a:off x="365760" y="3886200"/>
            <a:ext cx="1609344" cy="6400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Upload / ingest</a:t>
            </a:r>
            <a:endParaRPr lang="en-US" sz="1100" dirty="0"/>
          </a:p>
        </p:txBody>
      </p:sp>
      <p:sp>
        <p:nvSpPr>
          <p:cNvPr id="40" name="step"/>
          <p:cNvSpPr txBox="1"/>
          <p:nvPr/>
        </p:nvSpPr>
        <p:spPr>
          <a:xfrm>
            <a:off x="2048256" y="3886200"/>
            <a:ext cx="1609344" cy="6400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Auto-detect + locate</a:t>
            </a:r>
            <a:endParaRPr lang="en-US" sz="1100" dirty="0"/>
          </a:p>
        </p:txBody>
      </p:sp>
      <p:sp>
        <p:nvSpPr>
          <p:cNvPr id="41" name="step"/>
          <p:cNvSpPr txBox="1"/>
          <p:nvPr/>
        </p:nvSpPr>
        <p:spPr>
          <a:xfrm>
            <a:off x="3730752" y="3886200"/>
            <a:ext cx="1609344" cy="6400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Score + flag dark ships</a:t>
            </a:r>
            <a:endParaRPr lang="en-US" sz="1100" dirty="0"/>
          </a:p>
        </p:txBody>
      </p:sp>
      <p:sp>
        <p:nvSpPr>
          <p:cNvPr id="42" name="step"/>
          <p:cNvSpPr txBox="1"/>
          <p:nvPr/>
        </p:nvSpPr>
        <p:spPr>
          <a:xfrm>
            <a:off x="5413248" y="3886200"/>
            <a:ext cx="1609344" cy="6400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Ask RAG for RoE</a:t>
            </a:r>
            <a:endParaRPr lang="en-US" sz="1100" dirty="0"/>
          </a:p>
        </p:txBody>
      </p:sp>
      <p:sp>
        <p:nvSpPr>
          <p:cNvPr id="43" name="step"/>
          <p:cNvSpPr txBox="1"/>
          <p:nvPr/>
        </p:nvSpPr>
        <p:spPr>
          <a:xfrm>
            <a:off x="7095744" y="3886200"/>
            <a:ext cx="1609344" cy="6400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127000" rIns="177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Dispatch mission + SITREP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Runs fully on localhost / edge hardware with zero cloud egress.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Technology Stack &amp; Implementation Plan</a:t>
            </a: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65960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 it fits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React 19, TypeScript, Leaflet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Offline map HUD, fast UI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FastAPI, Python 3.13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Async REST, light to run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Vision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PyTorch, Ultralytics YOLO11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Strong on small objects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Geo / radar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Rasterio, NumPy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GeoTIFF to WGS-84, CFAR math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 / edge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SQLite, ONNX Runtime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Zero-ops offline, Jetson path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/>
          <p:nvPr/>
        </p:nvSpPr>
        <p:spPr>
          <a:xfrm>
            <a:off x="457200" y="416052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open-source. No paid services. Works offline.</a:t>
            </a:r>
            <a:endParaRPr lang="en-US" sz="1400" dirty="0"/>
          </a:p>
        </p:txBody>
      </p:sp>
      <p:sp>
        <p:nvSpPr>
          <p:cNvPr id="7" name="team card"/>
          <p:cNvSpPr/>
          <p:nvPr/>
        </p:nvSpPr>
        <p:spPr>
          <a:xfrm>
            <a:off x="5486400" y="1051560"/>
            <a:ext cx="32004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5778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responsibilities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417320"/>
            <a:ext cx="30175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Vision + ML: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Aditya, Gagan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SAR, geo, threat: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Utsav, Misbah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C2 UI + SITREP: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Shalina, Niyati</a:t>
            </a:r>
            <a:endParaRPr lang="en-US" sz="1200" dirty="0"/>
          </a:p>
        </p:txBody>
      </p:sp>
      <p:sp>
        <p:nvSpPr>
          <p:cNvPr id="10" name="timeline card"/>
          <p:cNvSpPr/>
          <p:nvPr/>
        </p:nvSpPr>
        <p:spPr>
          <a:xfrm>
            <a:off x="5486400" y="2606040"/>
            <a:ext cx="32004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7784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timeline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971800"/>
            <a:ext cx="301752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9-10 Oct: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 sessions, lock scope and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Hours 0-2: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 up, verify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Hours 2-7: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SAR + AIS flow, scoring, RAG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Hours 7-10: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integrate UI, test, rehearse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Expected Outcomes &amp; Demo Plan</a:t>
            </a:r>
            <a:endParaRPr lang="en-US" dirty="0"/>
          </a:p>
        </p:txBody>
      </p:sp>
      <p:sp>
        <p:nvSpPr>
          <p:cNvPr id="4" name="card"/>
          <p:cNvSpPr/>
          <p:nvPr/>
        </p:nvSpPr>
        <p:spPr>
          <a:xfrm>
            <a:off x="457200" y="1005840"/>
            <a:ext cx="26517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33272"/>
            <a:ext cx="2468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deliverables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9888"/>
            <a:ext cx="24688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Working web C2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Optical + SAR detection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Dark-vessel flag + threat 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Offline RAG + SITREP export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005840"/>
            <a:ext cx="26517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033272"/>
            <a:ext cx="2468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389888"/>
            <a:ext cx="24688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Upload GeoTIFF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Detect + geolocate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Run SAR + AIS check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Ask RAG for RoE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Export SITREP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35040" y="1005840"/>
            <a:ext cx="26517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033272"/>
            <a:ext cx="2468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measures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scene to decision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057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 ms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RAG response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697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 calls</a:t>
            </a:r>
            <a:endParaRPr lang="en-US" sz="1200" dirty="0"/>
          </a:p>
        </p:txBody>
      </p:sp>
      <p:sp>
        <p:nvSpPr>
          <p:cNvPr id="18" name="risks"/>
          <p:cNvSpPr/>
          <p:nvPr/>
        </p:nvSpPr>
        <p:spPr>
          <a:xfrm>
            <a:off x="457200" y="3474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Risks: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AIS and ground-sensor feeds are simulated; Sentinel-1 scene availability; CPU fallback is slower; accuracy on unseen imagery.</a:t>
            </a:r>
            <a:endParaRPr lang="en-US" sz="1200" dirty="0"/>
          </a:p>
        </p:txBody>
      </p:sp>
      <p:sp>
        <p:nvSpPr>
          <p:cNvPr id="20" name="needs"/>
          <p:cNvSpPr/>
          <p:nvPr/>
        </p:nvSpPr>
        <p:spPr>
          <a:xfrm>
            <a:off x="4663440" y="3474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Needs: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xView subset + Sentinel-1 scenes (free, preloaded), RTX laptop, no paid services. </a:t>
            </a:r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Later: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 LLM, Kalman tracking, live drone video, real Jetson INT8.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shak">
  <a:themeElements>
    <a:clrScheme name="Rakshak">
      <a:dk1>
        <a:srgbClr val="1B2A41"/>
      </a:dk1>
      <a:lt1>
        <a:srgbClr val="FFFFFF"/>
      </a:lt1>
      <a:dk2>
        <a:srgbClr val="0B1F3A"/>
      </a:dk2>
      <a:lt2>
        <a:srgbClr val="EEF2F7"/>
      </a:lt2>
      <a:accent1>
        <a:srgbClr val="FF9933"/>
      </a:accent1>
      <a:accent2>
        <a:srgbClr val="0F766E"/>
      </a:accent2>
      <a:accent3>
        <a:srgbClr val="C0392B"/>
      </a:accent3>
      <a:accent4>
        <a:srgbClr val="3A5A8C"/>
      </a:accent4>
      <a:accent5>
        <a:srgbClr val="8A97AB"/>
      </a:accent5>
      <a:accent6>
        <a:srgbClr val="2E7D32"/>
      </a:accent6>
      <a:hlink>
        <a:srgbClr val="3A5A8C"/>
      </a:hlink>
      <a:folHlink>
        <a:srgbClr val="8A97AB"/>
      </a:folHlink>
    </a:clrScheme>
    <a:fontScheme name="Raksha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Rakshak 2.0 - Hackfest 2026 Screening Round</dc:title>
  <dc:subject>PptxGenJS Presentation</dc:subject>
  <dc:creator>Team BotS</dc:creator>
  <cp:lastModifiedBy>Team BotS</cp:lastModifiedBy>
  <cp:revision>1</cp:revision>
  <dcterms:created xsi:type="dcterms:W3CDTF">2026-10-03T15:41:03Z</dcterms:created>
  <dcterms:modified xsi:type="dcterms:W3CDTF">2026-10-03T15:41:03Z</dcterms:modified>
</cp:coreProperties>
</file>